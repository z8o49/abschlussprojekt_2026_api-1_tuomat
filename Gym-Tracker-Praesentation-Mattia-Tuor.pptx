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Gelasio" panose="020B0604020202020204" charset="0"/>
      <p:regular r:id="rId13"/>
    </p:embeddedFont>
    <p:embeddedFont>
      <p:font typeface="Lato" panose="020F0502020204030203" pitchFamily="34" charset="0"/>
      <p:regular r:id="rId14"/>
    </p:embeddedFont>
    <p:embeddedFont>
      <p:font typeface="Lato Bold" panose="020F0502020204030203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8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29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10713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GymTracker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762720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Entwicklung einer mobilen Fitness-Tracking-App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25119" y="380947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Projektpräsentation ·  ZLI · 12-tägiges Entwicklungsprojekt</a:t>
            </a:r>
            <a:endParaRPr lang="en-US" sz="1100" dirty="0"/>
          </a:p>
        </p:txBody>
      </p:sp>
      <p:pic>
        <p:nvPicPr>
          <p:cNvPr id="12" name="Grafik 11" descr="Bodybuilding – Wikipedia">
            <a:extLst>
              <a:ext uri="{FF2B5EF4-FFF2-40B4-BE49-F238E27FC236}">
                <a16:creationId xmlns:a16="http://schemas.microsoft.com/office/drawing/2014/main" id="{5B2541D0-E532-C4D1-0F86-2317ACD32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3539983" cy="5143500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7765382B-46B6-2315-4E81-432D6C33529D}"/>
              </a:ext>
            </a:extLst>
          </p:cNvPr>
          <p:cNvSpPr/>
          <p:nvPr/>
        </p:nvSpPr>
        <p:spPr>
          <a:xfrm>
            <a:off x="7834964" y="4687503"/>
            <a:ext cx="1309036" cy="45599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119553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Die Projektidee</a:t>
            </a:r>
            <a:endParaRPr lang="en-US" sz="2750" dirty="0"/>
          </a:p>
        </p:txBody>
      </p:sp>
      <p:sp>
        <p:nvSpPr>
          <p:cNvPr id="6" name="Shape 2"/>
          <p:cNvSpPr/>
          <p:nvPr/>
        </p:nvSpPr>
        <p:spPr>
          <a:xfrm>
            <a:off x="496119" y="1851124"/>
            <a:ext cx="4722763" cy="2096839"/>
          </a:xfrm>
          <a:prstGeom prst="roundRect">
            <a:avLst>
              <a:gd name="adj" fmla="val 284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3"/>
          <p:cNvSpPr/>
          <p:nvPr/>
        </p:nvSpPr>
        <p:spPr>
          <a:xfrm>
            <a:off x="500881" y="1855887"/>
            <a:ext cx="4713238" cy="1043657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8" name="Text 4"/>
          <p:cNvSpPr/>
          <p:nvPr/>
        </p:nvSpPr>
        <p:spPr>
          <a:xfrm>
            <a:off x="642640" y="19976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Das Problem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2640" y="2304157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Viele Menschen dokumentieren ihre Workouts unstrukturiert – oder gar nicht. Zettel, Notizen, kein Überblick über Fortschritte und Historie.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00881" y="2899544"/>
            <a:ext cx="4713238" cy="1043657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1" name="Shape 7"/>
          <p:cNvSpPr/>
          <p:nvPr/>
        </p:nvSpPr>
        <p:spPr>
          <a:xfrm>
            <a:off x="500881" y="2899544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" name="Text 8"/>
          <p:cNvSpPr/>
          <p:nvPr/>
        </p:nvSpPr>
        <p:spPr>
          <a:xfrm>
            <a:off x="642640" y="30413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Die Lösung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2640" y="3347814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GymTracker: Eine zentrale mobile App für Workouts, Fortschritte und Statistiken – strukturiert, übersichtlich und immer dabei.</a:t>
            </a:r>
            <a:endParaRPr lang="en-US" sz="1100" dirty="0"/>
          </a:p>
        </p:txBody>
      </p:sp>
      <p:pic>
        <p:nvPicPr>
          <p:cNvPr id="15" name="Grafik 14" descr="Konzept von Teilen Ideen, Erstellen Ideen, Problem lösen, Vernetzung,  Teilen Ideen oder Wissen, übertragen Information, Lösungen oder Gründe  dafür zu lösen Geschäft Probleme, finden Antworten. 47548074 Vektor Kunst  bei Vecteezy">
            <a:extLst>
              <a:ext uri="{FF2B5EF4-FFF2-40B4-BE49-F238E27FC236}">
                <a16:creationId xmlns:a16="http://schemas.microsoft.com/office/drawing/2014/main" id="{5F4CFEFE-E23D-144A-F04A-87849D615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925728" y="1095176"/>
            <a:ext cx="4429720" cy="2953147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70D38171-22F7-29DA-A6EA-0A434C91F3F8}"/>
              </a:ext>
            </a:extLst>
          </p:cNvPr>
          <p:cNvSpPr/>
          <p:nvPr/>
        </p:nvSpPr>
        <p:spPr>
          <a:xfrm>
            <a:off x="7834964" y="4687503"/>
            <a:ext cx="1309036" cy="45599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586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Projektziele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72369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Workouts verwalten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Workouts einfach erstellen, bearbeiten und organisieren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572369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Fortschritt verfolgen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Trainingsfortschritte und Gewichtsverlauf visuell darstellen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572369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Statistiken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Automatisch generierte Auswertungen der Trainingsdaten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53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Historie speichern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84393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Vollständige Trainingshistorie dauerhaft und übersichtlich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53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Moderne UI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84393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Intuitive, benutzerfreundliche mobile Oberfläche</a:t>
            </a:r>
            <a:endParaRPr lang="en-US" sz="1100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BEDAA77-01B8-14D7-3AD8-F1C32EBF8A80}"/>
              </a:ext>
            </a:extLst>
          </p:cNvPr>
          <p:cNvSpPr/>
          <p:nvPr/>
        </p:nvSpPr>
        <p:spPr>
          <a:xfrm>
            <a:off x="7834964" y="4687503"/>
            <a:ext cx="1309036" cy="45599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30163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Technologie-Stack &amp; Architektur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82154"/>
            <a:ext cx="8151763" cy="373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67310" y="1154985"/>
            <a:ext cx="1987578" cy="450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Datenzugriff &amp; Speicherung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67310" y="1669912"/>
            <a:ext cx="1987578" cy="135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Prisma ORM + SQLite lokal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2951" y="2493895"/>
            <a:ext cx="1803247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API-Server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8908" y="2783417"/>
            <a:ext cx="1827290" cy="135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67310" y="3127035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Mobile Frontend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67310" y="3416556"/>
            <a:ext cx="1987578" cy="135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React Native mit Expo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4452565"/>
            <a:ext cx="815176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Die App folgt einer klaren Client-Server-Architektur: React Native mit Expo bildet das mobile Frontend, Node.js und Express stellen die REST-API bereit, Prisma ORM übernimmt den strukturierten Datenbankzugriff und SQLite speichert alle Daten lokal auf dem Gerät.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496119" y="4662488"/>
            <a:ext cx="2011338" cy="368201"/>
          </a:xfrm>
          <a:prstGeom prst="roundRect">
            <a:avLst>
              <a:gd name="adj" fmla="val 808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9"/>
          <p:cNvSpPr/>
          <p:nvPr/>
        </p:nvSpPr>
        <p:spPr>
          <a:xfrm>
            <a:off x="571723" y="4738092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React Native · Expo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71723" y="4870028"/>
            <a:ext cx="186012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Cross-Plattform Mobile Frontend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2542877" y="4662488"/>
            <a:ext cx="2011412" cy="368201"/>
          </a:xfrm>
          <a:prstGeom prst="roundRect">
            <a:avLst>
              <a:gd name="adj" fmla="val 808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2"/>
          <p:cNvSpPr/>
          <p:nvPr/>
        </p:nvSpPr>
        <p:spPr>
          <a:xfrm>
            <a:off x="2618482" y="4738092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Node.js · Express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2618482" y="4870028"/>
            <a:ext cx="18602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REST-API &amp; Backend-Logik</a:t>
            </a:r>
            <a:endParaRPr lang="en-US" sz="550" dirty="0"/>
          </a:p>
        </p:txBody>
      </p:sp>
      <p:sp>
        <p:nvSpPr>
          <p:cNvPr id="17" name="Shape 14"/>
          <p:cNvSpPr/>
          <p:nvPr/>
        </p:nvSpPr>
        <p:spPr>
          <a:xfrm>
            <a:off x="4589711" y="4662488"/>
            <a:ext cx="2011338" cy="368201"/>
          </a:xfrm>
          <a:prstGeom prst="roundRect">
            <a:avLst>
              <a:gd name="adj" fmla="val 808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5"/>
          <p:cNvSpPr/>
          <p:nvPr/>
        </p:nvSpPr>
        <p:spPr>
          <a:xfrm>
            <a:off x="4665315" y="4738092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Prisma ORM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4665315" y="4870028"/>
            <a:ext cx="186012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Typsicherer Datenbankzugriff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6636469" y="4662488"/>
            <a:ext cx="2011412" cy="368201"/>
          </a:xfrm>
          <a:prstGeom prst="roundRect">
            <a:avLst>
              <a:gd name="adj" fmla="val 8086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8"/>
          <p:cNvSpPr/>
          <p:nvPr/>
        </p:nvSpPr>
        <p:spPr>
          <a:xfrm>
            <a:off x="6712074" y="4738092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SQLite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6712074" y="4870028"/>
            <a:ext cx="18602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Lokale, persistente Datenspeicherung</a:t>
            </a:r>
            <a:endParaRPr lang="en-US" sz="550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DB32A17-07A9-3DAC-9668-D557E2FF326F}"/>
              </a:ext>
            </a:extLst>
          </p:cNvPr>
          <p:cNvSpPr/>
          <p:nvPr/>
        </p:nvSpPr>
        <p:spPr>
          <a:xfrm>
            <a:off x="8650337" y="4632049"/>
            <a:ext cx="493663" cy="45599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4E25CC9-B3E0-F378-C6D1-A484E1FF1493}"/>
              </a:ext>
            </a:extLst>
          </p:cNvPr>
          <p:cNvSpPr/>
          <p:nvPr/>
        </p:nvSpPr>
        <p:spPr>
          <a:xfrm>
            <a:off x="7961225" y="5036991"/>
            <a:ext cx="807390" cy="7226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704"/>
            <a:ext cx="3369097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Erreichte Zwischenziele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564856" y="956816"/>
            <a:ext cx="14288" cy="3185517"/>
          </a:xfrm>
          <a:prstGeom prst="roundRect">
            <a:avLst>
              <a:gd name="adj" fmla="val 325570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4129460" y="1074241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4447431" y="956816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488954" y="977578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33886" y="99484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Tag 1–2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6119" y="1219721"/>
            <a:ext cx="35221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Projektplanung &amp; Setup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82282" y="1690241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4447431" y="1572816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4488954" y="1593577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5715" y="161084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Tag 3–4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5715" y="1835721"/>
            <a:ext cx="35221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Frontend-Grundgerüst &amp; UI-Komponenten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29460" y="2238747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4447431" y="2121322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4488954" y="2142083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33886" y="2159347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Tag 5–6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6119" y="2384227"/>
            <a:ext cx="35221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Backend-Entwicklung &amp; API-Endpoints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82282" y="2787253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4447431" y="2669828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4488954" y="2690589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5715" y="270785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Tag 7–8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25715" y="2932733"/>
            <a:ext cx="35221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Datenbankanbindung &amp; Workout-Funktionen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29460" y="3335759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CECEC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5" name="Shape 23"/>
          <p:cNvSpPr/>
          <p:nvPr/>
        </p:nvSpPr>
        <p:spPr>
          <a:xfrm>
            <a:off x="4447431" y="3218334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4"/>
          <p:cNvSpPr/>
          <p:nvPr/>
        </p:nvSpPr>
        <p:spPr>
          <a:xfrm>
            <a:off x="4488954" y="3239095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33886" y="3256359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Tag 9–10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6119" y="3481239"/>
            <a:ext cx="35221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Historie, Statistik &amp; UI-Verfeinerung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6119" y="4239667"/>
            <a:ext cx="8151763" cy="368796"/>
          </a:xfrm>
          <a:prstGeom prst="roundRect">
            <a:avLst>
              <a:gd name="adj" fmla="val 12613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de-CH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47" y="4385965"/>
            <a:ext cx="138410" cy="11072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55985" y="4345186"/>
            <a:ext cx="8138368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Alle Meilensteine wurden innerhalb des 12-tägigen Projektzeitraums erfolgreich abgeschlossen.</a:t>
            </a:r>
            <a:endParaRPr lang="en-US" sz="850" dirty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1DF4541-1180-B8E1-9B7E-86C9E5DEF537}"/>
              </a:ext>
            </a:extLst>
          </p:cNvPr>
          <p:cNvSpPr/>
          <p:nvPr/>
        </p:nvSpPr>
        <p:spPr>
          <a:xfrm>
            <a:off x="7834964" y="4687503"/>
            <a:ext cx="1309036" cy="45599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40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Funktionen der App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43905"/>
            <a:ext cx="2622724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642640" y="139042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507331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9574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263973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Übersicht aller aktuellen Workouts und schnellen Statistiken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243905"/>
            <a:ext cx="2622724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6"/>
          <p:cNvSpPr/>
          <p:nvPr/>
        </p:nvSpPr>
        <p:spPr>
          <a:xfrm>
            <a:off x="3407122" y="139042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1507331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7122" y="19574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Workouts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7122" y="2263973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Workouts erstellen, Übungen hinzufügen und verwalten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243905"/>
            <a:ext cx="2622724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0"/>
          <p:cNvSpPr/>
          <p:nvPr/>
        </p:nvSpPr>
        <p:spPr>
          <a:xfrm>
            <a:off x="6171605" y="139042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8584" y="1507331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1605" y="19574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Trainingshistorie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71605" y="2263973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Vollständige Historie aller abgeschlossenen Trainingseinheiten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119" y="3005882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Shape 14"/>
          <p:cNvSpPr/>
          <p:nvPr/>
        </p:nvSpPr>
        <p:spPr>
          <a:xfrm>
            <a:off x="642640" y="315240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619" y="3269307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2640" y="37194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Statistiken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2640" y="4025950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Automatische Auswertung von Volumen, Häufigkeit und Fortschritt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42842" y="3005882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Shape 18"/>
          <p:cNvSpPr/>
          <p:nvPr/>
        </p:nvSpPr>
        <p:spPr>
          <a:xfrm>
            <a:off x="4789363" y="315240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6342" y="3269307"/>
            <a:ext cx="191319" cy="1913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89363" y="37194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Gewichtsfortschritt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789363" y="4025950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Verlauf der Gewichtsentwicklung grafisch dargestellt</a:t>
            </a:r>
            <a:endParaRPr lang="en-US" sz="1100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C55EBC7-1769-C24E-8B21-0525E24BEC24}"/>
              </a:ext>
            </a:extLst>
          </p:cNvPr>
          <p:cNvSpPr/>
          <p:nvPr/>
        </p:nvSpPr>
        <p:spPr>
          <a:xfrm>
            <a:off x="7834964" y="4687503"/>
            <a:ext cx="1309036" cy="45599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hteck 28">
            <a:extLst>
              <a:ext uri="{FF2B5EF4-FFF2-40B4-BE49-F238E27FC236}">
                <a16:creationId xmlns:a16="http://schemas.microsoft.com/office/drawing/2014/main" id="{EE03D4EA-341F-D9B1-AFC4-FFCEFC26A32D}"/>
              </a:ext>
            </a:extLst>
          </p:cNvPr>
          <p:cNvSpPr/>
          <p:nvPr/>
        </p:nvSpPr>
        <p:spPr>
          <a:xfrm>
            <a:off x="7834964" y="4687503"/>
            <a:ext cx="1309036" cy="45599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ED14235D-4E1E-142A-CC4E-277EC2CF2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96" y="0"/>
            <a:ext cx="7729086" cy="5143500"/>
          </a:xfrm>
          <a:prstGeom prst="rect">
            <a:avLst/>
          </a:prstGeom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A35067DC-71BD-F681-5AFC-329FF8F8F9B6}"/>
              </a:ext>
            </a:extLst>
          </p:cNvPr>
          <p:cNvSpPr/>
          <p:nvPr/>
        </p:nvSpPr>
        <p:spPr>
          <a:xfrm>
            <a:off x="0" y="0"/>
            <a:ext cx="760396" cy="51435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36C53C58-6E75-B77D-F3EC-D1D64FFE93A1}"/>
              </a:ext>
            </a:extLst>
          </p:cNvPr>
          <p:cNvSpPr/>
          <p:nvPr/>
        </p:nvSpPr>
        <p:spPr>
          <a:xfrm>
            <a:off x="8402855" y="0"/>
            <a:ext cx="760396" cy="51435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3872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Stärken &amp; Schwächen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2094309"/>
            <a:ext cx="4107135" cy="1610469"/>
          </a:xfrm>
          <a:prstGeom prst="roundRect">
            <a:avLst>
              <a:gd name="adj" fmla="val 6338"/>
            </a:avLst>
          </a:prstGeom>
          <a:solidFill>
            <a:srgbClr val="E5E5E0">
              <a:alpha val="95000"/>
            </a:srgbClr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35781" y="223606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 Stärken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599283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Übersichtliche, intuitive Oberfläche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Praktischer Nutzen im Alltag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Gut strukturierte Datenarchitektur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Erweiterbar &amp; modular aufgebaut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23606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✗ Schwächen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599283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API-Probleme während der Entwicklung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Hoher Zeitaufwand für einzelne Features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Begrenzte Projektzeit (12 Tage)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Noch kein Benutzerkonten-System</a:t>
            </a:r>
            <a:endParaRPr lang="en-US" sz="110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F07B385-E998-5755-FB32-FD80A3A2A62A}"/>
              </a:ext>
            </a:extLst>
          </p:cNvPr>
          <p:cNvSpPr/>
          <p:nvPr/>
        </p:nvSpPr>
        <p:spPr>
          <a:xfrm>
            <a:off x="7834964" y="4687503"/>
            <a:ext cx="1309036" cy="45599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411882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Fazit &amp; Ausblick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054001"/>
            <a:ext cx="4722763" cy="12819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59895" y="1212577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Erreicht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159895" y="1512987"/>
            <a:ext cx="432941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Alle Projektziele wurden erfolgreich umgesetzt. Eine voll funktionsfähige mobile App mit React Native, Backend und Datenbank ist entstanden.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473300"/>
            <a:ext cx="4722763" cy="10604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59895" y="2631877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Gelernt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159895" y="2932286"/>
            <a:ext cx="432941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Vertiefte Kenntnisse in React Native, Node.js, Prisma ORM und SQLite – sowie praktische Erfahrung im gesamten Entwicklungszyklus.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671143"/>
            <a:ext cx="4722763" cy="10604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59895" y="3829720"/>
            <a:ext cx="189696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Mögliche Erweiterungen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159895" y="4130129"/>
            <a:ext cx="432941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Login-System · Cloud-Synchronisation · Trainingspläne · Push-Benachrichtigungen</a:t>
            </a:r>
            <a:endParaRPr lang="en-US" sz="1050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88AADB0-290A-4526-3AA3-E773A77C8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55915" y="1156727"/>
            <a:ext cx="2831522" cy="2831522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38BDC9CA-1AC8-9CA5-1512-5129C2649DE6}"/>
              </a:ext>
            </a:extLst>
          </p:cNvPr>
          <p:cNvSpPr/>
          <p:nvPr/>
        </p:nvSpPr>
        <p:spPr>
          <a:xfrm>
            <a:off x="7834964" y="4687503"/>
            <a:ext cx="1309036" cy="45599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234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Quellenverzeichnis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5969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Dokumentationen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322909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React Native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– reactnative.dev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Expo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– expo.dev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Node.js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– nodejs.org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Express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– expressjs.com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Prisma ORM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– prisma.io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SQLite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– sqlite.org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817936"/>
            <a:ext cx="4107135" cy="2163217"/>
          </a:xfrm>
          <a:prstGeom prst="roundRect">
            <a:avLst>
              <a:gd name="adj" fmla="val 4719"/>
            </a:avLst>
          </a:prstGeom>
          <a:solidFill>
            <a:srgbClr val="E5E5E0">
              <a:alpha val="95000"/>
            </a:srgbClr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789363" y="195969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Eigene Projektarbeit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89363" y="2322909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Alle implementierten Funktionen, das Architekturkonzept sowie das UI-Design wurden im Rahmen dieses 12-tägigen Projekts eigenständig entwickelt und umgesetzt.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89363" y="3198242"/>
            <a:ext cx="3823618" cy="4763"/>
          </a:xfrm>
          <a:prstGeom prst="roundRect">
            <a:avLst>
              <a:gd name="adj" fmla="val 239975"/>
            </a:avLst>
          </a:prstGeom>
          <a:solidFill>
            <a:srgbClr val="272525">
              <a:alpha val="50000"/>
            </a:srgbClr>
          </a:solidFill>
          <a:ln w="4763">
            <a:solidFill>
              <a:srgbClr val="DFDFE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4789363" y="3397895"/>
            <a:ext cx="4280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GymTracker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· Projektpräsentation · BBB &amp; ZLI</a:t>
            </a:r>
            <a:endParaRPr lang="en-US" sz="1100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5E8EF9C-D7FA-9957-2397-23B1AC6D1CFC}"/>
              </a:ext>
            </a:extLst>
          </p:cNvPr>
          <p:cNvSpPr/>
          <p:nvPr/>
        </p:nvSpPr>
        <p:spPr>
          <a:xfrm>
            <a:off x="7834964" y="4687503"/>
            <a:ext cx="1309036" cy="45599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Microsoft Office PowerPoint</Application>
  <PresentationFormat>Bildschirmpräsentation (16:9)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Lato Bold</vt:lpstr>
      <vt:lpstr>Gelasio</vt:lpstr>
      <vt:lpstr>Arial</vt:lpstr>
      <vt:lpstr>Lato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Schullaptop_Mattia</dc:creator>
  <cp:lastModifiedBy>Tuor Mattia</cp:lastModifiedBy>
  <cp:revision>2</cp:revision>
  <dcterms:created xsi:type="dcterms:W3CDTF">2026-06-24T14:28:30Z</dcterms:created>
  <dcterms:modified xsi:type="dcterms:W3CDTF">2026-06-24T15:02:45Z</dcterms:modified>
</cp:coreProperties>
</file>